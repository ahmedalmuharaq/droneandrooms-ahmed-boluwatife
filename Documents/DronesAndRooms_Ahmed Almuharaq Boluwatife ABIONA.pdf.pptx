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5753100" cy="3238500"/>
  <p:notesSz cx="6858000" cy="9144000"/>
  <p:embeddedFontLst>
    <p:embeddedFont>
      <p:font typeface="Trocchi" charset="1" panose="00000500000000000000"/>
      <p:regular r:id="rId20"/>
    </p:embeddedFont>
    <p:embeddedFont>
      <p:font typeface="IBM Plex Sans Bold" charset="1" panose="020B0803050203000203"/>
      <p:regular r:id="rId21"/>
    </p:embeddedFont>
    <p:embeddedFont>
      <p:font typeface="IBM Plex Sans" charset="1" panose="020B0503050203000203"/>
      <p:regular r:id="rId22"/>
    </p:embeddedFont>
    <p:embeddedFont>
      <p:font typeface="Public Sans Bold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65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9951" y="2056715"/>
            <a:ext cx="1182090" cy="1182090"/>
            <a:chOff x="0" y="0"/>
            <a:chExt cx="1576120" cy="15761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8060" y="788060"/>
              <a:ext cx="394030" cy="394030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788060" y="394030"/>
              <a:ext cx="394030" cy="394030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394030" y="788060"/>
              <a:ext cx="394030" cy="394030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182090" y="1182090"/>
              <a:ext cx="394030" cy="394030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82090" y="788060"/>
              <a:ext cx="394030" cy="394030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788060" y="1182090"/>
              <a:ext cx="394030" cy="394030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182090" y="394030"/>
              <a:ext cx="394030" cy="394030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94030" y="1182090"/>
              <a:ext cx="394030" cy="394030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82090" y="0"/>
              <a:ext cx="394030" cy="394030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182090"/>
              <a:ext cx="394030" cy="394030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88060" y="394030"/>
              <a:ext cx="394030" cy="394030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grpSp>
        <p:nvGrpSpPr>
          <p:cNvPr name="Group 25" id="25"/>
          <p:cNvGrpSpPr/>
          <p:nvPr/>
        </p:nvGrpSpPr>
        <p:grpSpPr>
          <a:xfrm rot="0">
            <a:off x="562915" y="1136783"/>
            <a:ext cx="4608081" cy="25308"/>
            <a:chOff x="0" y="0"/>
            <a:chExt cx="4608081" cy="253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08072" cy="25279"/>
            </a:xfrm>
            <a:custGeom>
              <a:avLst/>
              <a:gdLst/>
              <a:ahLst/>
              <a:cxnLst/>
              <a:rect r="r" b="b" t="t" l="l"/>
              <a:pathLst>
                <a:path h="25279" w="4608072">
                  <a:moveTo>
                    <a:pt x="0" y="0"/>
                  </a:moveTo>
                  <a:lnTo>
                    <a:pt x="4608072" y="0"/>
                  </a:lnTo>
                  <a:lnTo>
                    <a:pt x="4608072" y="25279"/>
                  </a:lnTo>
                  <a:lnTo>
                    <a:pt x="0" y="25279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449938" y="295305"/>
            <a:ext cx="486633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">
                <a:solidFill>
                  <a:srgbClr val="FFFFFF"/>
                </a:solidFill>
                <a:latin typeface="Trocchi"/>
                <a:ea typeface="Trocchi"/>
                <a:cs typeface="Trocchi"/>
                <a:sym typeface="Trocchi"/>
              </a:rPr>
              <a:t>Drones and Rooms</a:t>
            </a:r>
          </a:p>
          <a:p>
            <a:pPr algn="ctr">
              <a:lnSpc>
                <a:spcPts val="2520"/>
              </a:lnSpc>
            </a:pPr>
            <a:r>
              <a:rPr lang="en-US" sz="1800" spc="9">
                <a:solidFill>
                  <a:srgbClr val="FFFFFF"/>
                </a:solidFill>
                <a:latin typeface="Trocchi"/>
                <a:ea typeface="Trocchi"/>
                <a:cs typeface="Trocchi"/>
                <a:sym typeface="Trocchi"/>
              </a:rPr>
              <a:t>Voronoi, Graph Routing, Drone Animation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23880" y="2073888"/>
            <a:ext cx="1218857" cy="57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b="true" sz="1090" spc="8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Presented by:</a:t>
            </a:r>
          </a:p>
          <a:p>
            <a:pPr algn="l">
              <a:lnSpc>
                <a:spcPts val="1354"/>
              </a:lnSpc>
            </a:pP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Ahmed Almuharaq Boluwatife ABIONA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61906" y="2159923"/>
            <a:ext cx="1268311" cy="40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b="true" sz="1090" spc="5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Super visor: </a:t>
            </a:r>
            <a:r>
              <a:rPr lang="en-US" sz="1090" spc="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Prof. Benoit Piranda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37762" y="1335049"/>
            <a:ext cx="172414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UFR</a:t>
            </a:r>
            <a:r>
              <a:rPr lang="en-US" sz="1200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STGI — Master IoT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12010" y="531666"/>
            <a:ext cx="4536072" cy="2533821"/>
          </a:xfrm>
          <a:custGeom>
            <a:avLst/>
            <a:gdLst/>
            <a:ahLst/>
            <a:cxnLst/>
            <a:rect r="r" b="b" t="t" l="l"/>
            <a:pathLst>
              <a:path h="2533821" w="4536072">
                <a:moveTo>
                  <a:pt x="0" y="0"/>
                </a:moveTo>
                <a:lnTo>
                  <a:pt x="4536072" y="0"/>
                </a:lnTo>
                <a:lnTo>
                  <a:pt x="4536072" y="2533822"/>
                </a:lnTo>
                <a:lnTo>
                  <a:pt x="0" y="2533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1503455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2944"/>
            <a:ext cx="4788103" cy="2674610"/>
          </a:xfrm>
          <a:custGeom>
            <a:avLst/>
            <a:gdLst/>
            <a:ahLst/>
            <a:cxnLst/>
            <a:rect r="r" b="b" t="t" l="l"/>
            <a:pathLst>
              <a:path h="2674610" w="4788103">
                <a:moveTo>
                  <a:pt x="0" y="0"/>
                </a:moveTo>
                <a:lnTo>
                  <a:pt x="4788103" y="0"/>
                </a:lnTo>
                <a:lnTo>
                  <a:pt x="4788103" y="2674610"/>
                </a:lnTo>
                <a:lnTo>
                  <a:pt x="0" y="267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2685212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Load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JSON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Scenario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2944"/>
            <a:ext cx="4788103" cy="2674610"/>
          </a:xfrm>
          <a:custGeom>
            <a:avLst/>
            <a:gdLst/>
            <a:ahLst/>
            <a:cxnLst/>
            <a:rect r="r" b="b" t="t" l="l"/>
            <a:pathLst>
              <a:path h="2674610" w="4788103">
                <a:moveTo>
                  <a:pt x="0" y="0"/>
                </a:moveTo>
                <a:lnTo>
                  <a:pt x="4788103" y="0"/>
                </a:lnTo>
                <a:lnTo>
                  <a:pt x="4788103" y="2674610"/>
                </a:lnTo>
                <a:lnTo>
                  <a:pt x="0" y="267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3211697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Voronoi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Rooms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(Polygons)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1582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6"/>
                </a:lnTo>
                <a:lnTo>
                  <a:pt x="0" y="2672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0713" y="3449364"/>
            <a:ext cx="300009" cy="4810"/>
            <a:chOff x="0" y="0"/>
            <a:chExt cx="300012" cy="48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974" cy="4826"/>
            </a:xfrm>
            <a:custGeom>
              <a:avLst/>
              <a:gdLst/>
              <a:ahLst/>
              <a:cxnLst/>
              <a:rect r="r" b="b" t="t" l="l"/>
              <a:pathLst>
                <a:path h="4826" w="299974">
                  <a:moveTo>
                    <a:pt x="0" y="0"/>
                  </a:moveTo>
                  <a:lnTo>
                    <a:pt x="299974" y="0"/>
                  </a:lnTo>
                  <a:lnTo>
                    <a:pt x="299974" y="4826"/>
                  </a:lnTo>
                  <a:lnTo>
                    <a:pt x="0" y="4826"/>
                  </a:lnTo>
                  <a:close/>
                </a:path>
              </a:pathLst>
            </a:custGeom>
            <a:solidFill>
              <a:srgbClr val="CC5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462603" y="3449364"/>
            <a:ext cx="417052" cy="4810"/>
            <a:chOff x="0" y="0"/>
            <a:chExt cx="417055" cy="48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068" cy="4826"/>
            </a:xfrm>
            <a:custGeom>
              <a:avLst/>
              <a:gdLst/>
              <a:ahLst/>
              <a:cxnLst/>
              <a:rect r="r" b="b" t="t" l="l"/>
              <a:pathLst>
                <a:path h="4826" w="417068">
                  <a:moveTo>
                    <a:pt x="0" y="0"/>
                  </a:moveTo>
                  <a:lnTo>
                    <a:pt x="417068" y="0"/>
                  </a:lnTo>
                  <a:lnTo>
                    <a:pt x="417068" y="4826"/>
                  </a:lnTo>
                  <a:lnTo>
                    <a:pt x="0" y="4826"/>
                  </a:lnTo>
                  <a:close/>
                </a:path>
              </a:pathLst>
            </a:custGeom>
            <a:solidFill>
              <a:srgbClr val="CC5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918271" y="3449364"/>
            <a:ext cx="265776" cy="4810"/>
            <a:chOff x="0" y="0"/>
            <a:chExt cx="265773" cy="48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5811" cy="4826"/>
            </a:xfrm>
            <a:custGeom>
              <a:avLst/>
              <a:gdLst/>
              <a:ahLst/>
              <a:cxnLst/>
              <a:rect r="r" b="b" t="t" l="l"/>
              <a:pathLst>
                <a:path h="4826" w="265811">
                  <a:moveTo>
                    <a:pt x="0" y="0"/>
                  </a:moveTo>
                  <a:lnTo>
                    <a:pt x="265811" y="0"/>
                  </a:lnTo>
                  <a:lnTo>
                    <a:pt x="265811" y="4826"/>
                  </a:lnTo>
                  <a:lnTo>
                    <a:pt x="0" y="4826"/>
                  </a:lnTo>
                  <a:close/>
                </a:path>
              </a:pathLst>
            </a:custGeom>
            <a:solidFill>
              <a:srgbClr val="CC5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59997" y="92564"/>
            <a:ext cx="2557729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Door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Geometry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3934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7"/>
                </a:lnTo>
                <a:lnTo>
                  <a:pt x="0" y="2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3706597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(Polygon::draw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Doors)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3934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7"/>
                </a:lnTo>
                <a:lnTo>
                  <a:pt x="0" y="2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3647494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Graph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Creation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(Neighbors)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3934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7"/>
                </a:lnTo>
                <a:lnTo>
                  <a:pt x="0" y="2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3600660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(Detect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Shared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Edge)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1582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6"/>
                </a:lnTo>
                <a:lnTo>
                  <a:pt x="0" y="2672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4047801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Shortest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Paths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(Floyd–Warshall)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3934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7"/>
                </a:lnTo>
                <a:lnTo>
                  <a:pt x="0" y="2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3757517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Routing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Table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(bestDistance)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2397" y="555107"/>
            <a:ext cx="4434859" cy="2475271"/>
          </a:xfrm>
          <a:custGeom>
            <a:avLst/>
            <a:gdLst/>
            <a:ahLst/>
            <a:cxnLst/>
            <a:rect r="r" b="b" t="t" l="l"/>
            <a:pathLst>
              <a:path h="2475271" w="4434859">
                <a:moveTo>
                  <a:pt x="0" y="0"/>
                </a:moveTo>
                <a:lnTo>
                  <a:pt x="4434859" y="0"/>
                </a:lnTo>
                <a:lnTo>
                  <a:pt x="4434859" y="2475272"/>
                </a:lnTo>
                <a:lnTo>
                  <a:pt x="0" y="247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3035703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Drone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State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Machine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3934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7"/>
                </a:lnTo>
                <a:lnTo>
                  <a:pt x="0" y="2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4061174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Exercise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—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(Drone::move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+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dt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scaling)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997" y="358759"/>
            <a:ext cx="5039992" cy="5058"/>
            <a:chOff x="0" y="0"/>
            <a:chExt cx="5039995" cy="5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9995" cy="5080"/>
            </a:xfrm>
            <a:custGeom>
              <a:avLst/>
              <a:gdLst/>
              <a:ahLst/>
              <a:cxnLst/>
              <a:rect r="r" b="b" t="t" l="l"/>
              <a:pathLst>
                <a:path h="5080" w="5039995">
                  <a:moveTo>
                    <a:pt x="0" y="0"/>
                  </a:moveTo>
                  <a:lnTo>
                    <a:pt x="5039995" y="0"/>
                  </a:lnTo>
                  <a:lnTo>
                    <a:pt x="5039995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6004" y="463934"/>
            <a:ext cx="4788208" cy="2672486"/>
          </a:xfrm>
          <a:custGeom>
            <a:avLst/>
            <a:gdLst/>
            <a:ahLst/>
            <a:cxnLst/>
            <a:rect r="r" b="b" t="t" l="l"/>
            <a:pathLst>
              <a:path h="2672486" w="4788208">
                <a:moveTo>
                  <a:pt x="0" y="0"/>
                </a:moveTo>
                <a:lnTo>
                  <a:pt x="4788208" y="0"/>
                </a:lnTo>
                <a:lnTo>
                  <a:pt x="4788208" y="2672487"/>
                </a:lnTo>
                <a:lnTo>
                  <a:pt x="0" y="267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997" y="92564"/>
            <a:ext cx="2395490" cy="25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End-to-End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</a:t>
            </a:r>
            <a:r>
              <a:rPr lang="en-US" b="true" sz="1434" spc="1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1434" spc="11">
                <a:solidFill>
                  <a:srgbClr val="00377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Route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65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1796" y="542475"/>
            <a:ext cx="4074758" cy="133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9"/>
              </a:lnSpc>
            </a:pPr>
            <a:r>
              <a:rPr lang="en-US" sz="3778" spc="30" b="true">
                <a:solidFill>
                  <a:srgbClr val="F4F1E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ThankYou!</a:t>
            </a:r>
          </a:p>
          <a:p>
            <a:pPr algn="l">
              <a:lnSpc>
                <a:spcPts val="528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579951" y="2056715"/>
            <a:ext cx="1182090" cy="1182090"/>
            <a:chOff x="0" y="0"/>
            <a:chExt cx="1576120" cy="157612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88060" y="788060"/>
              <a:ext cx="394030" cy="394030"/>
              <a:chOff x="0" y="0"/>
              <a:chExt cx="1913890" cy="191389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8060" y="394030"/>
              <a:ext cx="394030" cy="394030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394030" y="788060"/>
              <a:ext cx="394030" cy="394030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182090" y="1182090"/>
              <a:ext cx="394030" cy="394030"/>
              <a:chOff x="0" y="0"/>
              <a:chExt cx="1913890" cy="19138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82090" y="788060"/>
              <a:ext cx="394030" cy="394030"/>
              <a:chOff x="0" y="0"/>
              <a:chExt cx="1913890" cy="191389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788060" y="1182090"/>
              <a:ext cx="394030" cy="394030"/>
              <a:chOff x="0" y="0"/>
              <a:chExt cx="1913890" cy="191389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82090" y="394030"/>
              <a:ext cx="394030" cy="394030"/>
              <a:chOff x="0" y="0"/>
              <a:chExt cx="1913890" cy="191389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94030" y="1182090"/>
              <a:ext cx="394030" cy="394030"/>
              <a:chOff x="0" y="0"/>
              <a:chExt cx="1913890" cy="191389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182090" y="0"/>
              <a:ext cx="394030" cy="394030"/>
              <a:chOff x="0" y="0"/>
              <a:chExt cx="1913890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1182090"/>
              <a:ext cx="394030" cy="394030"/>
              <a:chOff x="0" y="0"/>
              <a:chExt cx="1913890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788060" y="394030"/>
              <a:ext cx="394030" cy="394030"/>
              <a:chOff x="0" y="0"/>
              <a:chExt cx="1913890" cy="19138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grpSp>
        <p:nvGrpSpPr>
          <p:cNvPr name="Group 26" id="26"/>
          <p:cNvGrpSpPr/>
          <p:nvPr/>
        </p:nvGrpSpPr>
        <p:grpSpPr>
          <a:xfrm rot="0">
            <a:off x="1899191" y="1619402"/>
            <a:ext cx="1728035" cy="25308"/>
            <a:chOff x="0" y="0"/>
            <a:chExt cx="1728038" cy="25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28088" cy="25279"/>
            </a:xfrm>
            <a:custGeom>
              <a:avLst/>
              <a:gdLst/>
              <a:ahLst/>
              <a:cxnLst/>
              <a:rect r="r" b="b" t="t" l="l"/>
              <a:pathLst>
                <a:path h="25279" w="1728088">
                  <a:moveTo>
                    <a:pt x="0" y="0"/>
                  </a:moveTo>
                  <a:lnTo>
                    <a:pt x="1728088" y="0"/>
                  </a:lnTo>
                  <a:lnTo>
                    <a:pt x="1728088" y="25279"/>
                  </a:lnTo>
                  <a:lnTo>
                    <a:pt x="0" y="25279"/>
                  </a:lnTo>
                  <a:close/>
                </a:path>
              </a:pathLst>
            </a:custGeom>
            <a:solidFill>
              <a:srgbClr val="FF64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2293216" y="1908429"/>
            <a:ext cx="939984" cy="2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DAG803hqIeA</dc:identifier>
  <dcterms:modified xsi:type="dcterms:W3CDTF">2011-08-01T06:04:30Z</dcterms:modified>
  <cp:revision>1</cp:revision>
  <dc:title>DronesAndRooms_powerPoint.pdf</dc:title>
</cp:coreProperties>
</file>